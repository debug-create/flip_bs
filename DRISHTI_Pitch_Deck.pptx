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CA3AF"/>
                </a:solidFill>
                <a:latin typeface="Arial"/>
              </a:rPr>
              <a:t>Violation Volume by Type (2025)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Violations (BTP 2024–25)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9FA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Helmet</c:v>
                  </c:pt>
                  <c:pt idx="1">
                    <c:v>Signal</c:v>
                  </c:pt>
                  <c:pt idx="2">
                    <c:v>Seatbelt</c:v>
                  </c:pt>
                  <c:pt idx="3">
                    <c:v>Wrong-Side</c:v>
                  </c:pt>
                  <c:pt idx="4">
                    <c:v>Parking</c:v>
                  </c:pt>
                  <c:pt idx="5">
                    <c:v>Delivery Execs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588000</c:v>
                </c:pt>
                <c:pt idx="1">
                  <c:v>120000</c:v>
                </c:pt>
                <c:pt idx="2">
                  <c:v>150000</c:v>
                </c:pt>
                <c:pt idx="3">
                  <c:v>45000</c:v>
                </c:pt>
                <c:pt idx="4">
                  <c:v>83000</c:v>
                </c:pt>
                <c:pt idx="5">
                  <c:v>63718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9FA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2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strong. DRISHTI means vision in Sanskrit. We built an AI system that gives Bengaluru Traffic Police the ability to see violations automatically, at scale, using cameras they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Bengaluru ranked 3rd worst traffic in the world. BTP issues 16,100 challans per day but 64% are helmet violations on the same junctions every single day. This isn't random — it's a solvable pattern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reactive loop is why helmet violations are the same percentage year after year since 2022. Challans that arrive 3 days later don't change behaviour at the moment of violation. DRISHTI creates immediate deterrence.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modules form a complete pipeline. Detect runs on existing BTP cameras. Identify creates legal-grade evidence. Predict shifts from reactive to proactive. Command gives officers intelligence, not just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Roboflow-trained models run in sequence. Vehicle detection identifies what's in frame. Helmet model runs on every vehicle crop. Plate model localises the plate region for OCR. Total inference under 2 seconds on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violations work live today. The architecture supports all 8 — the constraint on the remaining 5 is scene calibration data (stop-line positions, parking zone boundaries) which BTP already has. This is a data integration problem, not an AI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angle no other team will have. Flipkart's own delivery fleet is the problem and the solution. DRISHTI can give Flipkart real-time intelligence on their delivery corridors. Frame this as a B2B commercial opportunity, not just a civic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slide while doing the live demo. The evidence package format is designed to be court-admissible under Section 136A of the Motor Vehicles Amendment Act 2019. Each violation gets a unique evidence ID, annotated image, OCR'd plate, and timestamp.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BATCS already proved 15-20% travel time improvement on 165 junctions. DRISHTI extends that intelligence to all 500+ junctions for violation prediction. The 921 deaths per year stat is the most powerful — emphasise that proactive enforcement at the 64 known black spots is within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differentiators are evidence quality and the Flipkart angle. No other team will have thought about delivery fleet intelligence. The MAEP multi-angle evidence package is explicitly designed for the MV Act 2019 legal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what we're showing today. Phase 2 is the 50-junction pilot ask. Frame Phase 3 as the commercial opportunity for Flipkart — multi-city deployment with their fleet as the primary B2B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The ask is specific and small — 50 junctions, 90 days, BTP data. That's a yes/no decision a BTP DCP can make on the spot. The GitHub link shows this is real, working code, not a concept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3474720" y="27432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दृष्टि  ·  Vision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Real-time Intelligence for Smart Traffic Holistic Inspection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4187952"/>
            <a:ext cx="27432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Chirantan  ·  Jasmon  ·  Chirag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Gridlock Hackathon 2.0  ·  Phase 2  ·  Theme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BENGALURU CRISIS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traffic isn't just bad. It's quantifiably catastrophic.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traffic city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— TomTom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₹20K Cr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loss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congestion alone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20L+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26864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Challans in 4 months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Jan–Apr 2025 by BTP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03136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violations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traffic challans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has 9,000+ cameras and ASTraM for monitoring — but </a:t>
            </a:r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ability to predict </a:t>
            </a:r>
            <a:pPr algn="ctr"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before they happen. Manual review of footage is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BTP can monitor. BTP cannot predict. That gap costs lives.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REACTIVE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642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occurs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48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ASTraM detects — 15 min later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323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 to junction officer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16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arrives after jam forms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already 3–5 junctions long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84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issued 3 days later by SMS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6849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Violator doesn't know. Behaviour unchanged.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377440"/>
            <a:ext cx="731520" cy="731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02920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— PREDICTIVE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120640" y="16916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5394960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live camera feed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20640" y="207568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5394960" y="20482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violation in real-time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20640" y="245973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5"/>
          <p:cNvSpPr/>
          <p:nvPr/>
        </p:nvSpPr>
        <p:spPr>
          <a:xfrm>
            <a:off x="5394960" y="24323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evidence auto-generated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120640" y="284378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7"/>
          <p:cNvSpPr/>
          <p:nvPr/>
        </p:nvSpPr>
        <p:spPr>
          <a:xfrm>
            <a:off x="5394960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alerted with exact location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120640" y="322783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9"/>
          <p:cNvSpPr/>
          <p:nvPr/>
        </p:nvSpPr>
        <p:spPr>
          <a:xfrm>
            <a:off x="539496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OCR → instant challan ready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20640" y="361188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1"/>
          <p:cNvSpPr/>
          <p:nvPr/>
        </p:nvSpPr>
        <p:spPr>
          <a:xfrm>
            <a:off x="5394960" y="35844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prediction flags next zone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20640" y="399592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3"/>
          <p:cNvSpPr/>
          <p:nvPr/>
        </p:nvSpPr>
        <p:spPr>
          <a:xfrm>
            <a:off x="5394960" y="39684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breaks. Behaviour changes.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DRISHTI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integrated modules. One unified intelligence platform.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508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computer vision on live camera feeds. Detects vehicles, riders, helmet compliance, triple riding, missing plates — in under 2 seconds.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Riding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8328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Plate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441448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441448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150876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41448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532888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Multi-Angle Evidence Package (MAEP). Dual OCR pipeline reads Indian plates instantly. Court-admissible annotated evidence auto-generated.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51176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51176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551176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51176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51176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1176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MAEP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54296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654296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508760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654296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4745736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hotspot model trained on BTP violation data. Predicts violation surge 30–60 min ahead. Enables proactive officer deployment.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64024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64024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764024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64024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Forecast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764024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64024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Data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867144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6867144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508760"/>
            <a:ext cx="548640" cy="5486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67144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6958584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command dashboard with live Bengaluru heatmap, evidence log, analytics, fleet intelligence. Augments ASTraM — no new hardware needed.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976872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976872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976872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976872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976872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976872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Intel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3-stage AI inference pipeline on existing BTP infrastructure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716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Image Upload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874520"/>
            <a:ext cx="164592" cy="1645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92024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11887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2024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92024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84.2% mAP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874520"/>
            <a:ext cx="164592" cy="16459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0332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18872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0332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370332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Fine-tuned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Traffic Data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1874520"/>
            <a:ext cx="164592" cy="16459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48640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608" y="1188720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548640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OCR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 mAP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1874520"/>
            <a:ext cx="164592" cy="16459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26948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1188720"/>
            <a:ext cx="548640" cy="54864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6948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726948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 + Analytics</a:t>
            </a:r>
            <a:endParaRPr lang="en-US" sz="1000" dirty="0"/>
          </a:p>
        </p:txBody>
      </p:sp>
      <p:sp>
        <p:nvSpPr>
          <p:cNvPr id="28" name="Text 17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27432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2743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27432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50876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15087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150876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274320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274320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274320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Read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397764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397764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397764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521208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521208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521208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644652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64465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644652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768096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76809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768096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Hub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No new hardware required — DRISHTI plugs into BTP's existing 9,000+ camera network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DRISHTI DETECTS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violation classes. Court-admissible annotated evidence for each.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0A2A0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16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Non-Compliance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45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all BTP challans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3441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D3B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3441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20574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0A2A0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130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Riding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14400" y="24597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helmet model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22585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D3B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0" y="22585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4320" y="29718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0A2A0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089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044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/ Missing Plate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3741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model + OCR pipeline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0" y="31729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D3B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00400" y="31729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4320" y="38862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233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3959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Wrong-Side Driving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42885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tracking required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40873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00400" y="40873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617720" y="11430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28016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1216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Parking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257800" y="1545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calibration needed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543800" y="13441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543800" y="13441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617720" y="20574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194560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57800" y="2130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Stop-Line Violation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257800" y="24597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Stop-line annotation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7543800" y="22585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543800" y="22585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617720" y="29718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10896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257800" y="3044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Red-Light Running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5257800" y="33741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state detection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7543800" y="31729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543800" y="31729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617720" y="38862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023360"/>
            <a:ext cx="457200" cy="45720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257800" y="3959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Non-Compliance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5257800" y="42885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camera needed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543800" y="40873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43800" y="40873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FLIPKART INTELLIGENCE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Flipkart delivery on Bengaluru roads is a real-time data point.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98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75564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7190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 lakh delivery violations 2023–25 — and rising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230428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226771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Bengaluru = Flipkart's primary zone = highest violation density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85292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8163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30,968 → 52,153 → 63,718 violations per year (steep growth)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33649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executives under 10-min pressure ride on footpaths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950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39136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 corridor congestion costs Flipkart delivery ETAs daily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1097280"/>
            <a:ext cx="4297680" cy="3749040"/>
          </a:xfrm>
          <a:prstGeom prst="roundRect">
            <a:avLst>
              <a:gd name="adj" fmla="val 2439"/>
            </a:avLst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1298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DRISHTI GIVES FLIPKART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754880" y="1737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Safety Score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violation rate per delivery zone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54880" y="2304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Intelligence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+ violation hotspot overlay for routing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54880" y="2871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Compliance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754880" y="3099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/ traffic violation tracking per executive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754880" y="34381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Optimisation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54880" y="3666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high-violation corridors, improve delivery times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4005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754880" y="4233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DRISHTI data directly into Flipkart logistics systems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camera feed to court-admissible evidence in under 2 seconds.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080C14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· DRISHTI-v1.0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1645920" cy="2286000"/>
          </a:xfrm>
          <a:prstGeom prst="rect">
            <a:avLst/>
          </a:prstGeom>
          <a:solidFill>
            <a:srgbClr val="EF4444">
              <a:alpha val="1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Helmet Non-Compliance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confidence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1645920" cy="2194560"/>
          </a:xfrm>
          <a:prstGeom prst="rect">
            <a:avLst/>
          </a:prstGeom>
          <a:solidFill>
            <a:srgbClr val="22C55E">
              <a:alpha val="12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· 92%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 03 MJ 1234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1051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14813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0372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DRISHTI-20260621-4UCS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23560" y="18105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21 2026  08:34:12 IST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23560" y="21396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Puram · CAM-B North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23560" y="2468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037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Non-Compliance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23560" y="27980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2798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2356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OCR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0372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KA03MJ1234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23560" y="34564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0372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136A MV Act 2019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23560" y="3785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03720" y="3785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Ready ✓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33472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633472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mAP@50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9744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97.2%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809744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mAP@50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86016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86016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live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DRISHTI goes citywide.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5156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216152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6440" y="112471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9,000+ cameras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806440" y="1417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deployed by BTP — DRISHTI runs on existing infrastructure, zero capex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212080" y="1947672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112264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06440" y="202082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5,600 officers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806440" y="2313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officer becomes 10x effective with predictive deployment intelligence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212080" y="2843784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3008376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06440" y="291693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921 road deaths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806440" y="32095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in Bengaluru. Proactive enforcement at 64 black spots reduces risk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212080" y="3739896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3904488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06440" y="381304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 Cr loss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806440" y="41056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cost. Smarter enforcement reduces peak congestion 15-20%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DRISHTI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other team will build vs. what we built.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DRISHTI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YOLO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3-model pipeline + 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+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MAEP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(court-admissible)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BTP hotspot heatmap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officer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cameras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9,000+ BTP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cameras — zero capex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traffic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intelligence 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corridor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136A MV Act 2019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MAEP evidence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prototype to city-scale deployment in 3 phases.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219456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YOLOv8 helmet + vehicle detection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EasyOCR plate reading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9169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BTP command dashboard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4381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Bengaluru hotspot heatmap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959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Evidence package generation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· Pilot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1764792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50-junction BTP pilot deployment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RTSP camera integration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9169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Wrong-side + stop-line detection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34381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officer alert SMS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959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90-day BTP operational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078992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· Scale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764792"/>
            <a:ext cx="2194560" cy="182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500+ Bengaluru junctions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Flipkart fleet B2B API live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9169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Multi-city deployment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34381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Parivahan integration (auto-challan)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3959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Predictive patrol routing (TSP)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8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657600" y="3657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BTP the ability to see violations before they happen.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401568"/>
            <a:ext cx="27432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A 50-junction pilot with BTP operational data for 90 days.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hardware.  ·  No new cameras.  ·  Just intelligence.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github.com/debug-create/flip_BS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Traffic Violation Detection System</dc:title>
  <dc:subject>PptxGenJS Presentation</dc:subject>
  <dc:creator>Team DRISHTI</dc:creator>
  <cp:lastModifiedBy>Team DRISHTI</cp:lastModifiedBy>
  <cp:revision>1</cp:revision>
  <dcterms:created xsi:type="dcterms:W3CDTF">2026-06-21T03:22:28Z</dcterms:created>
  <dcterms:modified xsi:type="dcterms:W3CDTF">2026-06-21T03:22:28Z</dcterms:modified>
</cp:coreProperties>
</file>